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2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YAGA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6148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0">
                <a:solidFill>
                  <a:srgbClr val="A5B4FC"/>
                </a:solidFill>
                <a:latin typeface="Arial"/>
              </a:rPr>
              <a:t>YAML Advanced Generator for Admin panels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456432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30752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650" b="0">
                <a:solidFill>
                  <a:srgbClr val="CBD5E1"/>
                </a:solidFill>
                <a:latin typeface="Arial"/>
              </a:rPr>
              <a:t>Point it at an existing database. Describe the dashboard in one YAML file.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CBD5E1"/>
                </a:solidFill>
                <a:latin typeface="Arial"/>
              </a:rPr>
              <a:t>Get back a self-contained Go admin application — offline to generate, offline to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834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4F46E5"/>
                </a:solidFill>
                <a:latin typeface="Arial"/>
              </a:rPr>
              <a:t>v2.1.5</a:t>
            </a:r>
            <a:r>
              <a:rPr sz="1400" b="0">
                <a:solidFill>
                  <a:srgbClr val="5B6B82"/>
                </a:solidFill>
                <a:latin typeface="Arial"/>
              </a:rPr>
              <a:t>      </a:t>
            </a:r>
            <a:r>
              <a:rPr sz="1400" b="0">
                <a:solidFill>
                  <a:srgbClr val="FFFFFF"/>
                </a:solidFill>
                <a:latin typeface="Arial"/>
              </a:rPr>
              <a:t>PostgreSQL · SQLite · MSSQL</a:t>
            </a:r>
            <a:r>
              <a:rPr sz="1400" b="0">
                <a:solidFill>
                  <a:srgbClr val="5B6B82"/>
                </a:solidFill>
                <a:latin typeface="Arial"/>
              </a:rPr>
              <a:t>      </a:t>
            </a:r>
            <a:r>
              <a:rPr sz="1400" b="0">
                <a:solidFill>
                  <a:srgbClr val="FFFFFF"/>
                </a:solidFill>
                <a:latin typeface="Arial"/>
              </a:rPr>
              <a:t>one Go binary</a:t>
            </a:r>
            <a:r>
              <a:rPr sz="1400" b="0">
                <a:solidFill>
                  <a:srgbClr val="5B6B82"/>
                </a:solidFill>
                <a:latin typeface="Arial"/>
              </a:rPr>
              <a:t>      </a:t>
            </a:r>
            <a:r>
              <a:rPr sz="1400" b="0">
                <a:solidFill>
                  <a:srgbClr val="FFFFFF"/>
                </a:solidFill>
                <a:latin typeface="Arial"/>
              </a:rPr>
              <a:t>no npm / sqlc / Tailwind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docs/USER_GUIDE.md   ·   docs/Lua-for-Yaga-guide.md   ·   SPEC.md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01 ·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Why YAGA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The database is already designed — YAGA adds the admin behaviour on top of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5897880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▪  </a:t>
            </a:r>
            <a:r>
              <a:rPr sz="1500" b="0">
                <a:solidFill>
                  <a:srgbClr val="334155"/>
                </a:solidFill>
                <a:latin typeface="Arial"/>
              </a:rPr>
              <a:t>No hand-written UI code: CRUD screens, search, sort, filters, forms, pagination, CSV import/export are all generated.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▪  </a:t>
            </a:r>
            <a:r>
              <a:rPr sz="1500" b="0">
                <a:solidFill>
                  <a:srgbClr val="334155"/>
                </a:solidFill>
                <a:latin typeface="Arial"/>
              </a:rPr>
              <a:t>One file is the source of truth. </a:t>
            </a:r>
            <a:r>
              <a:rPr sz="1500" b="0">
                <a:solidFill>
                  <a:srgbClr val="4F46E5"/>
                </a:solidFill>
                <a:latin typeface="Consolas"/>
              </a:rPr>
              <a:t>yaga.yaml</a:t>
            </a:r>
            <a:r>
              <a:rPr sz="1500" b="0">
                <a:solidFill>
                  <a:srgbClr val="334155"/>
                </a:solidFill>
                <a:latin typeface="Arial"/>
              </a:rPr>
              <a:t> describes screens, queries, actions, policies and behaviour; everything is re-derivable.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▪  </a:t>
            </a:r>
            <a:r>
              <a:rPr sz="1500" b="0">
                <a:solidFill>
                  <a:srgbClr val="334155"/>
                </a:solidFill>
                <a:latin typeface="Arial"/>
              </a:rPr>
              <a:t>Introspection first: foreign keys become record pickers, label joins and master–detail wiring automatically.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▪  </a:t>
            </a:r>
            <a:r>
              <a:rPr sz="1500" b="0">
                <a:solidFill>
                  <a:srgbClr val="334155"/>
                </a:solidFill>
                <a:latin typeface="Arial"/>
              </a:rPr>
              <a:t>The output is a real Go application — its own </a:t>
            </a:r>
            <a:r>
              <a:rPr sz="1500" b="0">
                <a:solidFill>
                  <a:srgbClr val="4F46E5"/>
                </a:solidFill>
                <a:latin typeface="Consolas"/>
              </a:rPr>
              <a:t>go.mod</a:t>
            </a:r>
            <a:r>
              <a:rPr sz="1500" b="0">
                <a:solidFill>
                  <a:srgbClr val="334155"/>
                </a:solidFill>
                <a:latin typeface="Arial"/>
              </a:rPr>
              <a:t>, chi router, templ views — that you can read, extend and 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10512"/>
            <a:ext cx="4572000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▪  </a:t>
            </a:r>
            <a:r>
              <a:rPr sz="1500" b="0">
                <a:solidFill>
                  <a:srgbClr val="334155"/>
                </a:solidFill>
                <a:latin typeface="Arial"/>
              </a:rPr>
              <a:t>No network at runtime: the stylesheet and Chart.js are vendored into the generated project.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▪  </a:t>
            </a:r>
            <a:r>
              <a:rPr sz="1500" b="0">
                <a:solidFill>
                  <a:srgbClr val="334155"/>
                </a:solidFill>
                <a:latin typeface="Arial"/>
              </a:rPr>
              <a:t>No toolchain beyond Go — no Node/npm, no sqlc, no Tailwind binary.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▪  </a:t>
            </a:r>
            <a:r>
              <a:rPr sz="1500" b="0">
                <a:solidFill>
                  <a:srgbClr val="334155"/>
                </a:solidFill>
                <a:latin typeface="Arial"/>
              </a:rPr>
              <a:t>One config generates for PostgreSQL, SQLite and MSSQL: placeholders, quoting, LIKE and pagination are the generator's problem.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▪  </a:t>
            </a:r>
            <a:r>
              <a:rPr sz="1500" b="0">
                <a:solidFill>
                  <a:srgbClr val="334155"/>
                </a:solidFill>
                <a:latin typeface="Arial"/>
              </a:rPr>
              <a:t>Everything is reversible: change the YAML, regenerate, rebuild.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828032"/>
            <a:ext cx="4572000" cy="9601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4828032"/>
            <a:ext cx="45720" cy="9601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1464" y="4965192"/>
            <a:ext cx="4160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loop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50" b="0">
                <a:solidFill>
                  <a:srgbClr val="334155"/>
                </a:solidFill>
                <a:latin typeface="Arial"/>
              </a:rPr>
              <a:t>edit YAML   →   yaga generate   →   make   →  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02 ·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End-to-end: database to running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Six steps — and steps 3 to 6 are the loop you repeat for the life of the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10512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10512"/>
            <a:ext cx="45720" cy="15361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4F46E5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1947672"/>
            <a:ext cx="281635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E1B4B"/>
                </a:solidFill>
                <a:latin typeface="Arial"/>
              </a:rPr>
              <a:t>Design the database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Primary keys, natural label columns, real foreign keys. FKs are the wiring yaga builds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810512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810512"/>
            <a:ext cx="45720" cy="15361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4F46E5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1947672"/>
            <a:ext cx="281635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E1B4B"/>
                </a:solidFill>
                <a:latin typeface="Arial"/>
              </a:rPr>
              <a:t>yaga init --db DSN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Introspect the DB, create users/roles + admin login, write yaga.yaml with the captured schema: block.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4424" y="1810512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4424" y="1810512"/>
            <a:ext cx="45720" cy="15361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9385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4F46E5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1947672"/>
            <a:ext cx="281635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E1B4B"/>
                </a:solidFill>
                <a:latin typeface="Arial"/>
              </a:rPr>
              <a:t>edit / wedit / AI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Refine labels, columns, forms, filters, actions, hooks, navigation, pages, theme.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11296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511296"/>
            <a:ext cx="45720" cy="15361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39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4F46E5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7864" y="3648456"/>
            <a:ext cx="281635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E1B4B"/>
                </a:solidFill>
                <a:latin typeface="Arial"/>
              </a:rPr>
              <a:t>yaga generate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Emit ./admin — handlers, SQL, templ views, auth, assets. Fully offline: no DB connection.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3511296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5112" y="3511296"/>
            <a:ext cx="45720" cy="15361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3639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4F46E5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7176" y="3648456"/>
            <a:ext cx="281635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E1B4B"/>
                </a:solidFill>
                <a:latin typeface="Arial"/>
              </a:rPr>
              <a:t>cd admin &amp;&amp; make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go mod tidy → go tool templ generate → go build. One command (build.ps1 on Windows).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64424" y="3511296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64424" y="3511296"/>
            <a:ext cx="45720" cy="15361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4" y="3639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4F46E5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3648456"/>
            <a:ext cx="281635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1E1B4B"/>
                </a:solidFill>
                <a:latin typeface="Arial"/>
              </a:rPr>
              <a:t>Run and test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Arial"/>
              </a:rPr>
              <a:t>./admin --port 8080, log in, exercise the screens — then go back to step 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5961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Schema evolution:   </a:t>
            </a:r>
            <a:r>
              <a:rPr sz="1200" b="1">
                <a:solidFill>
                  <a:srgbClr val="4F46E5"/>
                </a:solidFill>
                <a:latin typeface="Consolas"/>
              </a:rPr>
              <a:t>yaga init --db DSN --update</a:t>
            </a:r>
            <a:r>
              <a:rPr sz="1200" b="0">
                <a:solidFill>
                  <a:srgbClr val="334155"/>
                </a:solidFill>
                <a:latin typeface="Arial"/>
              </a:rPr>
              <a:t>   merges newly added tables into an existing yaga.yaml — every customisation is preserved, the </a:t>
            </a:r>
            <a:r>
              <a:rPr sz="1200" b="0">
                <a:solidFill>
                  <a:srgbClr val="4F46E5"/>
                </a:solidFill>
                <a:latin typeface="Consolas"/>
              </a:rPr>
              <a:t>schema:</a:t>
            </a:r>
            <a:r>
              <a:rPr sz="1200" b="0">
                <a:solidFill>
                  <a:srgbClr val="334155"/>
                </a:solidFill>
                <a:latin typeface="Arial"/>
              </a:rPr>
              <a:t> block is replaced, and tables that disappeared are marked </a:t>
            </a:r>
            <a:r>
              <a:rPr sz="1200" b="1">
                <a:solidFill>
                  <a:srgbClr val="4F46E5"/>
                </a:solidFill>
                <a:latin typeface="Consolas"/>
              </a:rPr>
              <a:t># ORPHANED</a:t>
            </a:r>
            <a:r>
              <a:rPr sz="1200" b="0">
                <a:solidFill>
                  <a:srgbClr val="334155"/>
                </a:solidFill>
                <a:latin typeface="Arial"/>
              </a:rPr>
              <a:t> for manual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03 ·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One binary, six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Hand-rolled stdlib flags from ./cmd/yaga — no cobra, no viper.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810512"/>
          <a:ext cx="6720839" cy="35844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3079"/>
                <a:gridCol w="4937760"/>
              </a:tblGrid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Command</a:t>
                      </a:r>
                    </a:p>
                  </a:txBody>
                  <a:tcPr marL="91440" marR="73152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91440" marR="73152" marT="27432" marB="27432" anchor="ctr">
                    <a:solidFill>
                      <a:srgbClr val="4F46E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E1B4B"/>
                          </a:solidFill>
                          <a:latin typeface="Arial"/>
                        </a:rPr>
                        <a:t>yaga init --db DSN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Introspect an existing database, write yaga.yaml with the schema: block and an admin login. The only scaffold.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E1B4B"/>
                          </a:solidFill>
                          <a:latin typeface="Arial"/>
                        </a:rPr>
                        <a:t>yaga edit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Interactive TUI editor (tview). With --prompt it becomes an AI-assisted edit.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E1B4B"/>
                          </a:solidFill>
                          <a:latin typeface="Arial"/>
                        </a:rPr>
                        <a:t>yaga wedit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Browser editor: local HTTP server, embedded SPA, live preview, MCP endpoint.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E1B4B"/>
                          </a:solidFill>
                          <a:latin typeface="Arial"/>
                        </a:rPr>
                        <a:t>yaga generate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Emit the admin application into --out. Fully offline: no DB, no sqlc.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E1B4B"/>
                          </a:solidFill>
                          <a:latin typeface="Arial"/>
                        </a:rPr>
                        <a:t>yaga validate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Parse + validate. --fix auto-repairs known problems, --dry-run previews.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E1B4B"/>
                          </a:solidFill>
                          <a:latin typeface="Arial"/>
                        </a:rPr>
                        <a:t>yaga version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Print the yaga version.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80960" y="1810512"/>
            <a:ext cx="3822191" cy="1400556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8A99AE"/>
                </a:solidFill>
                <a:latin typeface="Consolas"/>
              </a:rPr>
              <a:t># install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go install github.com/MichalHerstus/\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  MichalHerstus/yaga/cmd/yaga@latest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8A99AE"/>
                </a:solidFill>
                <a:latin typeface="Consolas"/>
              </a:rPr>
              <a:t># from a checkout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go build -o yaga ./cmd/yaga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346704"/>
            <a:ext cx="3822191" cy="1218946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yaga init  --db DSN -c yaga.yaml \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8A99AE"/>
                </a:solidFill>
                <a:latin typeface="Consolas"/>
              </a:rPr>
              <a:t>              --out ./admin --force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yaga generate -c yaga.yaml -o ./admin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yaga validate --fix --dry-run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yaga wedit --port 9090 --open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809744"/>
            <a:ext cx="3822191" cy="1218946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8A99AE"/>
                </a:solidFill>
                <a:latin typeface="Consolas"/>
              </a:rPr>
              <a:t># global flags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-c/--config      -o/--out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-d/--db          -p/--admin-password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-f/--force       -v/--verbose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-s/--skip-plugins    --update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23560"/>
            <a:ext cx="6720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</a:rPr>
              <a:t>The DSN is a runtime concern — it lives in .ENV (0600) beside the binary, overridable with DATABASE_URL.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04 · INIT --DB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Database introspection is the entry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There is no empty template and no demo mode: a real schema is the foundation.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10512"/>
            <a:ext cx="5486400" cy="1737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10512"/>
            <a:ext cx="45720" cy="1737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947672"/>
            <a:ext cx="507492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What it does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1.  Connect and introspect tables, columns, PKs and foreign keys.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2.  Create users/roles (admin/manager/user) + admin@admin.test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     with a one-time bcrypt password (or --admin-password).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3.  Write yaga.yaml: a resource per table, auth, navigation.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4.  Plus the captured schema: block — the sole schema source.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85031"/>
            <a:ext cx="5486400" cy="157276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685031"/>
            <a:ext cx="45720" cy="15727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3822191"/>
            <a:ext cx="507492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Type mapping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int / serial → integer          varchar / text → string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bool → boolean                  timestamp / date → datetime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real / float / numeric → float   json / jsonb → json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bytea / blob → file              (hand-edit the schema block if needed)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10512"/>
            <a:ext cx="4983480" cy="419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Driver detection from the DSN prefix: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–  </a:t>
            </a:r>
            <a:r>
              <a:rPr sz="1200" b="0">
                <a:solidFill>
                  <a:srgbClr val="5B6B82"/>
                </a:solidFill>
                <a:latin typeface="Arial"/>
              </a:rPr>
              <a:t>postgres:// | postgresql:// → pgx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–  </a:t>
            </a:r>
            <a:r>
              <a:rPr sz="1200" b="0">
                <a:solidFill>
                  <a:srgbClr val="5B6B82"/>
                </a:solidFill>
                <a:latin typeface="Arial"/>
              </a:rPr>
              <a:t>sqlserver:// | mssql:// → go-mssqldb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–  </a:t>
            </a:r>
            <a:r>
              <a:rPr sz="1200" b="0">
                <a:solidFill>
                  <a:srgbClr val="5B6B82"/>
                </a:solidFill>
                <a:latin typeface="Arial"/>
              </a:rPr>
              <a:t>anything else (file path, :memory:) → modernc.org/sqlite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Foreign keys are exploited, not just recorded: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–  </a:t>
            </a:r>
            <a:r>
              <a:rPr sz="1200" b="0">
                <a:solidFill>
                  <a:srgbClr val="5B6B82"/>
                </a:solidFill>
                <a:latin typeface="Arial"/>
              </a:rPr>
              <a:t>relation fields with modal record pickers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–  </a:t>
            </a:r>
            <a:r>
              <a:rPr sz="1200" b="0">
                <a:solidFill>
                  <a:srgbClr val="5B6B82"/>
                </a:solidFill>
                <a:latin typeface="Arial"/>
              </a:rPr>
              <a:t>{fk}_label list columns resolved by LEFT JOIN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–  </a:t>
            </a:r>
            <a:r>
              <a:rPr sz="1200" b="0">
                <a:solidFill>
                  <a:srgbClr val="5B6B82"/>
                </a:solidFill>
                <a:latin typeface="Arial"/>
              </a:rPr>
              <a:t>automatic children: master–detail blocks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Database views are captured with view: true → read-only resources.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On MSSQL, identity columns act as the key and PascalCase names are handled;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–  </a:t>
            </a:r>
            <a:r>
              <a:rPr sz="1200" b="0">
                <a:solidFill>
                  <a:srgbClr val="5B6B82"/>
                </a:solidFill>
                <a:latin typeface="Arial"/>
              </a:rPr>
              <a:t>table: / id_column: / id_type: overrides are emitted when the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    </a:t>
            </a:r>
            <a:r>
              <a:rPr sz="1200" b="0">
                <a:solidFill>
                  <a:srgbClr val="5B6B82"/>
                </a:solidFill>
                <a:latin typeface="Arial"/>
              </a:rPr>
              <a:t>naming conventions do not match the real schema.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05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The top-level blocks of yaga.yaml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The authoritative schema is in SPEC.md; this is the map of what each block does.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810512"/>
          <a:ext cx="10820094" cy="40050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947"/>
                <a:gridCol w="9448147"/>
              </a:tblGrid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Block</a:t>
                      </a:r>
                    </a:p>
                  </a:txBody>
                  <a:tcPr marL="91440" marR="73152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91440" marR="73152" marT="27432" marB="27432" anchor="ctr">
                    <a:solidFill>
                      <a:srgbClr val="4F46E5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E1B4B"/>
                          </a:solidFill>
                          <a:latin typeface="Arial"/>
                        </a:rPr>
                        <a:t>version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Config schema version (any non-empty value).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E1B4B"/>
                          </a:solidFill>
                          <a:latin typeface="Arial"/>
                        </a:rPr>
                        <a:t>panel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Identity, name, branding colors and logo, layout (sidebar, topbar, max content width), theme and fonts.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E1B4B"/>
                          </a:solidFill>
                          <a:latin typeface="Arial"/>
                        </a:rPr>
                        <a:t>connections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Database connections — driver, DSN, pool settings. The first entry drives the generated app.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E1B4B"/>
                          </a:solidFill>
                          <a:latin typeface="Arial"/>
                        </a:rPr>
                        <a:t>schema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The captured database schema (tables, PKs, views, columns, foreign keys) — the sole source for offline generation.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E1B4B"/>
                          </a:solidFill>
                          <a:latin typeface="Arial"/>
                        </a:rPr>
                        <a:t>auth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Login table, identity and password fields, post-login redirect, optional rate limit.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E1B4B"/>
                          </a:solidFill>
                          <a:latin typeface="Arial"/>
                        </a:rPr>
                        <a:t>navigation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Sidebar groups and items — resource lists, page routes, external links.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E1B4B"/>
                          </a:solidFill>
                          <a:latin typeface="Arial"/>
                        </a:rPr>
                        <a:t>resources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CRUD entities: list / card / detail / form views, actions, hooks, policies, children, computed columns.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E1B4B"/>
                          </a:solidFill>
                          <a:latin typeface="Arial"/>
                        </a:rPr>
                        <a:t>pages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Custom dashboard pages built from stat, stats_grid, chart, table, list and html widgets.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E1B4B"/>
                          </a:solidFill>
                          <a:latin typeface="Arial"/>
                        </a:rPr>
                        <a:t>audit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Audit log of every create/update/delete/action; adds an AuditLog resource and a navigation group.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E1B4B"/>
                          </a:solidFill>
                          <a:latin typeface="Arial"/>
                        </a:rPr>
                        <a:t>procedures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SQLite SQL-batch stored procedures for proc: on SQLite; ignored on postgres / mssql.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E1B4B"/>
                          </a:solidFill>
                          <a:latin typeface="Arial"/>
                        </a:rPr>
                        <a:t>plugins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Generation-time plugins contributing resources, pages and hook source files.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06 · THE SCHEMA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schema: — the single 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This is what makes yaga generate fully offline and deterministic.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10512"/>
            <a:ext cx="5806440" cy="3158871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7DD3FC"/>
                </a:solidFill>
                <a:latin typeface="Consolas"/>
              </a:rPr>
              <a:t>schema</a:t>
            </a:r>
            <a:r>
              <a:rPr sz="1150" b="0">
                <a:solidFill>
                  <a:srgbClr val="E2E8F0"/>
                </a:solidFill>
                <a:latin typeface="Consolas"/>
              </a:rPr>
              <a:t>:</a:t>
            </a:r>
            <a:r>
              <a:rPr sz="11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7DD3FC"/>
                </a:solidFill>
                <a:latin typeface="Consolas"/>
              </a:rPr>
              <a:t>  tables</a:t>
            </a:r>
            <a:r>
              <a:rPr sz="1150" b="0">
                <a:solidFill>
                  <a:srgbClr val="E2E8F0"/>
                </a:solidFill>
                <a:latin typeface="Consolas"/>
              </a:rPr>
              <a:t>:</a:t>
            </a:r>
            <a:r>
              <a:rPr sz="11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- name: orders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7DD3FC"/>
                </a:solidFill>
                <a:latin typeface="Consolas"/>
              </a:rPr>
              <a:t>      primary_key</a:t>
            </a:r>
            <a:r>
              <a:rPr sz="1150" b="0">
                <a:solidFill>
                  <a:srgbClr val="E2E8F0"/>
                </a:solidFill>
                <a:latin typeface="Consolas"/>
              </a:rPr>
              <a:t>: </a:t>
            </a:r>
            <a:r>
              <a:rPr sz="1150" b="0">
                <a:solidFill>
                  <a:srgbClr val="E2E8F0"/>
                </a:solidFill>
                <a:latin typeface="Consolas"/>
              </a:rPr>
              <a:t>id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7DD3FC"/>
                </a:solidFill>
                <a:latin typeface="Consolas"/>
              </a:rPr>
              <a:t>      view</a:t>
            </a:r>
            <a:r>
              <a:rPr sz="1150" b="0">
                <a:solidFill>
                  <a:srgbClr val="E2E8F0"/>
                </a:solidFill>
                <a:latin typeface="Consolas"/>
              </a:rPr>
              <a:t>: </a:t>
            </a:r>
            <a:r>
              <a:rPr sz="1150" b="0">
                <a:solidFill>
                  <a:srgbClr val="E2E8F0"/>
                </a:solidFill>
                <a:latin typeface="Consolas"/>
              </a:rPr>
              <a:t>false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7DD3FC"/>
                </a:solidFill>
                <a:latin typeface="Consolas"/>
              </a:rPr>
              <a:t>      columns</a:t>
            </a:r>
            <a:r>
              <a:rPr sz="1150" b="0">
                <a:solidFill>
                  <a:srgbClr val="E2E8F0"/>
                </a:solidFill>
                <a:latin typeface="Consolas"/>
              </a:rPr>
              <a:t>:</a:t>
            </a:r>
            <a:r>
              <a:rPr sz="11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- {name: id,         type: integer}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- {name: total,      type: float}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- {name: status,     type: string}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- {name: placed_at,  type: datetime}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7DD3FC"/>
                </a:solidFill>
                <a:latin typeface="Consolas"/>
              </a:rPr>
              <a:t>      foreign_keys</a:t>
            </a:r>
            <a:r>
              <a:rPr sz="1150" b="0">
                <a:solidFill>
                  <a:srgbClr val="E2E8F0"/>
                </a:solidFill>
                <a:latin typeface="Consolas"/>
              </a:rPr>
              <a:t>:</a:t>
            </a:r>
            <a:r>
              <a:rPr sz="11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- column: customer_id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7DD3FC"/>
                </a:solidFill>
                <a:latin typeface="Consolas"/>
              </a:rPr>
              <a:t>          foreign_table</a:t>
            </a:r>
            <a:r>
              <a:rPr sz="1150" b="0">
                <a:solidFill>
                  <a:srgbClr val="E2E8F0"/>
                </a:solidFill>
                <a:latin typeface="Consolas"/>
              </a:rPr>
              <a:t>: </a:t>
            </a:r>
            <a:r>
              <a:rPr sz="1150" b="0">
                <a:solidFill>
                  <a:srgbClr val="E2E8F0"/>
                </a:solidFill>
                <a:latin typeface="Consolas"/>
              </a:rPr>
              <a:t>customers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7DD3FC"/>
                </a:solidFill>
                <a:latin typeface="Consolas"/>
              </a:rPr>
              <a:t>          foreign_column</a:t>
            </a:r>
            <a:r>
              <a:rPr sz="1150" b="0">
                <a:solidFill>
                  <a:srgbClr val="E2E8F0"/>
                </a:solidFill>
                <a:latin typeface="Consolas"/>
              </a:rPr>
              <a:t>: </a:t>
            </a:r>
            <a:r>
              <a:rPr sz="1150" b="0">
                <a:solidFill>
                  <a:srgbClr val="E2E8F0"/>
                </a:solidFill>
                <a:latin typeface="Consolas"/>
              </a:rPr>
              <a:t>id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7DD3FC"/>
                </a:solidFill>
                <a:latin typeface="Consolas"/>
              </a:rPr>
              <a:t>          label</a:t>
            </a:r>
            <a:r>
              <a:rPr sz="1150" b="0">
                <a:solidFill>
                  <a:srgbClr val="E2E8F0"/>
                </a:solidFill>
                <a:latin typeface="Consolas"/>
              </a:rPr>
              <a:t>: </a:t>
            </a:r>
            <a:r>
              <a:rPr sz="1150" b="0">
                <a:solidFill>
                  <a:srgbClr val="E2E8F0"/>
                </a:solidFill>
                <a:latin typeface="Consolas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10512"/>
            <a:ext cx="4709160" cy="3110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Written by init --db, fully hand-editable afterwards.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Every list, card, detail, form and options query is derived from it — no SQL query files, no sqlc, no schema.sql.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Identifiers are quoted at generation time, so keyword-named tables (sqlite Order, mssql Zamestnanec) work on every driver.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validate and both editors run a reference pass: a resource table or column missing here is an error / warning, and the editor jumps to the row.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Because it is captured, generation never opens a database connection — the same YAML produces the same app anywhere.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5056632"/>
            <a:ext cx="4709160" cy="914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5056632"/>
            <a:ext cx="4572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4" y="5193792"/>
            <a:ext cx="4297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Golden rule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A well-designed database produces a well-behaved admin panel almost for free.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07 ·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resources: — CRUD entities and their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Each resource maps to one table and produces a Go package, a route group and its views.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5532120" cy="3333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Identity: name (PascalCase → Go package, directory, URL segment), label, plus table / id_column / id_type overrides.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list: columns with label, type, sortable, searchable and format; default_sort (a - prefix means desc), per_page, search.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filter: a collapsible filter bar compiled at generation time into SQL (and / or, comparisons, contains, is_null, $N params).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card: grid or kanban board via kanban_field; columns × rows set the page size.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detail: fields; form: create/update fields with validation, visibility, relations and file uploads.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computed: read-only expression columns (date_diff, coalesce, round, now).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children: an embedded lines table with Add Line / Edit / Delete.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policies + actions: per-verb and per-button RBAC.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10512"/>
            <a:ext cx="5029200" cy="3777996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resources</a:t>
            </a:r>
            <a:r>
              <a:rPr sz="1050" b="0">
                <a:solidFill>
                  <a:srgbClr val="E2E8F0"/>
                </a:solidFill>
                <a:latin typeface="Consolas"/>
              </a:rPr>
              <a:t>:</a:t>
            </a:r>
            <a:r>
              <a:rPr sz="10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  - name: Order    # → package order, URL /admin/order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label</a:t>
            </a:r>
            <a:r>
              <a:rPr sz="1050" b="0">
                <a:solidFill>
                  <a:srgbClr val="E2E8F0"/>
                </a:solidFill>
                <a:latin typeface="Consolas"/>
              </a:rPr>
              <a:t>: </a:t>
            </a:r>
            <a:r>
              <a:rPr sz="1050" b="0">
                <a:solidFill>
                  <a:srgbClr val="E2E8F0"/>
                </a:solidFill>
                <a:latin typeface="Consolas"/>
              </a:rPr>
              <a:t>Orders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table</a:t>
            </a:r>
            <a:r>
              <a:rPr sz="1050" b="0">
                <a:solidFill>
                  <a:srgbClr val="E2E8F0"/>
                </a:solidFill>
                <a:latin typeface="Consolas"/>
              </a:rPr>
              <a:t>: </a:t>
            </a:r>
            <a:r>
              <a:rPr sz="1050" b="0">
                <a:solidFill>
                  <a:srgbClr val="E2E8F0"/>
                </a:solidFill>
                <a:latin typeface="Consolas"/>
              </a:rPr>
              <a:t>orders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import_csv</a:t>
            </a:r>
            <a:r>
              <a:rPr sz="1050" b="0">
                <a:solidFill>
                  <a:srgbClr val="E2E8F0"/>
                </a:solidFill>
                <a:latin typeface="Consolas"/>
              </a:rPr>
              <a:t>: </a:t>
            </a:r>
            <a:r>
              <a:rPr sz="1050" b="0">
                <a:solidFill>
                  <a:srgbClr val="E2E8F0"/>
                </a:solidFill>
                <a:latin typeface="Consolas"/>
              </a:rPr>
              <a:t>true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list</a:t>
            </a:r>
            <a:r>
              <a:rPr sz="1050" b="0">
                <a:solidFill>
                  <a:srgbClr val="E2E8F0"/>
                </a:solidFill>
                <a:latin typeface="Consolas"/>
              </a:rPr>
              <a:t>:</a:t>
            </a:r>
            <a:r>
              <a:rPr sz="10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  per_page</a:t>
            </a:r>
            <a:r>
              <a:rPr sz="1050" b="0">
                <a:solidFill>
                  <a:srgbClr val="E2E8F0"/>
                </a:solidFill>
                <a:latin typeface="Consolas"/>
              </a:rPr>
              <a:t>: </a:t>
            </a:r>
            <a:r>
              <a:rPr sz="1050" b="0">
                <a:solidFill>
                  <a:srgbClr val="E2E8F0"/>
                </a:solidFill>
                <a:latin typeface="Consolas"/>
              </a:rPr>
              <a:t>20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  default_sort</a:t>
            </a:r>
            <a:r>
              <a:rPr sz="1050" b="0">
                <a:solidFill>
                  <a:srgbClr val="E2E8F0"/>
                </a:solidFill>
                <a:latin typeface="Consolas"/>
              </a:rPr>
              <a:t>: </a:t>
            </a:r>
            <a:r>
              <a:rPr sz="1050" b="0">
                <a:solidFill>
                  <a:srgbClr val="E2E8F0"/>
                </a:solidFill>
                <a:latin typeface="Consolas"/>
              </a:rPr>
              <a:t>-placed_at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  columns</a:t>
            </a:r>
            <a:r>
              <a:rPr sz="1050" b="0">
                <a:solidFill>
                  <a:srgbClr val="E2E8F0"/>
                </a:solidFill>
                <a:latin typeface="Consolas"/>
              </a:rPr>
              <a:t>:</a:t>
            </a:r>
            <a:r>
              <a:rPr sz="10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        - {name: id,    label: '#', sortable: false}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        - {name: customer_id_label, label: Customer}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        - {name: total, label: Total, format: money}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  filter</a:t>
            </a:r>
            <a:r>
              <a:rPr sz="1050" b="0">
                <a:solidFill>
                  <a:srgbClr val="E2E8F0"/>
                </a:solidFill>
                <a:latin typeface="Consolas"/>
              </a:rPr>
              <a:t>:</a:t>
            </a:r>
            <a:r>
              <a:rPr sz="10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    label</a:t>
            </a:r>
            <a:r>
              <a:rPr sz="1050" b="0">
                <a:solidFill>
                  <a:srgbClr val="E2E8F0"/>
                </a:solidFill>
                <a:latin typeface="Consolas"/>
              </a:rPr>
              <a:t>: </a:t>
            </a:r>
            <a:r>
              <a:rPr sz="1050" b="0">
                <a:solidFill>
                  <a:srgbClr val="E2E8F0"/>
                </a:solidFill>
                <a:latin typeface="Consolas"/>
              </a:rPr>
              <a:t>Filters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    where</a:t>
            </a:r>
            <a:r>
              <a:rPr sz="1050" b="0">
                <a:solidFill>
                  <a:srgbClr val="E2E8F0"/>
                </a:solidFill>
                <a:latin typeface="Consolas"/>
              </a:rPr>
              <a:t>: </a:t>
            </a:r>
            <a:r>
              <a:rPr sz="1050" b="0">
                <a:solidFill>
                  <a:srgbClr val="E2E8F0"/>
                </a:solidFill>
                <a:latin typeface="Consolas"/>
              </a:rPr>
              <a:t>status = $1 and total &gt;= $2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form</a:t>
            </a:r>
            <a:r>
              <a:rPr sz="1050" b="0">
                <a:solidFill>
                  <a:srgbClr val="E2E8F0"/>
                </a:solidFill>
                <a:latin typeface="Consolas"/>
              </a:rPr>
              <a:t>:</a:t>
            </a:r>
            <a:r>
              <a:rPr sz="10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  create</a:t>
            </a:r>
            <a:r>
              <a:rPr sz="1050" b="0">
                <a:solidFill>
                  <a:srgbClr val="E2E8F0"/>
                </a:solidFill>
                <a:latin typeface="Consolas"/>
              </a:rPr>
              <a:t>:</a:t>
            </a:r>
            <a:r>
              <a:rPr sz="10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    fields</a:t>
            </a:r>
            <a:r>
              <a:rPr sz="1050" b="0">
                <a:solidFill>
                  <a:srgbClr val="E2E8F0"/>
                </a:solidFill>
                <a:latin typeface="Consolas"/>
              </a:rPr>
              <a:t>:</a:t>
            </a:r>
            <a:r>
              <a:rPr sz="10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          - {name: customer_id, type: relation,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DD3FC"/>
                </a:solidFill>
                <a:latin typeface="Consolas"/>
              </a:rPr>
              <a:t>             options_value</a:t>
            </a:r>
            <a:r>
              <a:rPr sz="1050" b="0">
                <a:solidFill>
                  <a:srgbClr val="E2E8F0"/>
                </a:solidFill>
                <a:latin typeface="Consolas"/>
              </a:rPr>
              <a:t>: </a:t>
            </a:r>
            <a:r>
              <a:rPr sz="1050" b="0">
                <a:solidFill>
                  <a:srgbClr val="E2E8F0"/>
                </a:solidFill>
                <a:latin typeface="Consolas"/>
              </a:rPr>
              <a:t>id, options_label: name}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08 · EDITORS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wedit — the web editor (and edit — the TUI)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Four ways to change the config, all validating the same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5760720" cy="3938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yaga wedit starts a local HTTP server (default :9090, --port/--open) with an embedded vanilla-JS SPA — no npm, no build step.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Tab editors: panel, connections, auth, navigation (collapsible tree with missing-reference markers), resources, pages.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Validate screen runs the full validator plus the schema-reference pass, with a Fix button for known-fixable problems (in memory until Save).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Preview renders the dashboard mock 1:1 with the generated markup — pages, resource lists, light and dark theme, seeded fake data.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Raw YAML tab, plus the validate / fix / save / rev / events endpoints.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Edits live in memory; Save writes the file (MCP save keeps a .bak).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Live sync: an SSE stream plus a revision counter pushes agent and tab changes to every open browser; a stale tab is warned before it can clobber newer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810512"/>
            <a:ext cx="4800600" cy="1783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810512"/>
            <a:ext cx="45720" cy="1783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58584" y="1947672"/>
            <a:ext cx="4389120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yaga edit — terminal UI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A 3-pane tview editor covering every config section, with live validation.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Ctrl+S save · Ctrl+V validate · Ctrl+Q quit · Esc back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Ctrl+P opens cd-style path navigation — /Resources/User/List/Columns,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../Columns, with Tab autocompletion; Ctrl+O goes home.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776472"/>
            <a:ext cx="4800600" cy="19202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3776472"/>
            <a:ext cx="45720" cy="1920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8584" y="3913632"/>
            <a:ext cx="438912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Where the state lives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The server holds ONE in-memory config behind an RWMutex.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Every mutating path — SPA PUT, MCP Commit, raw apply, fix — funnels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through replaceConfig, which bumps the revision counter. That is what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keeps the agent, the browser tabs and the CLI in agreement.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09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Connecting an AI agent to YAGA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A one-shot prompt edit, or a full MCP session against the running wedit server.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10512"/>
            <a:ext cx="5532120" cy="2084831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10512"/>
            <a:ext cx="45720" cy="208483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947672"/>
            <a:ext cx="5120640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A.   yaga edit --prompt "…"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Sends the current config to a model (OpenRouter by default, or a local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LM Studio server with --model lmstudio and no API key).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The reply is merged back as a YAML fragment — only the changed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sections — then re-parsed and re-validated. An invalid merge is retried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once; on a second failure the original file is left untouched.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005072"/>
            <a:ext cx="5029200" cy="830961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panel/name -&gt; 'Order management'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resources/User/list/columns/email/label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    -&gt; 'Primary email'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810512"/>
            <a:ext cx="4983480" cy="2084831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810512"/>
            <a:ext cx="45720" cy="208483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75704" y="1947672"/>
            <a:ext cx="4572000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B.   MCP over wedit   (POST /mcp)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Model Context Protocol, Streamable HTTP, JSON-RPC 2.0, served by the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same wedit process that serves the browser editor.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Tools: get_config, get_value, set_value, merge_yaml_fragment,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validate, save, open, list_resources, list_navigation,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add/remove_resource, add_column, add_field, add_nav_item,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remove_nav_item.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4005072"/>
            <a:ext cx="4526280" cy="830961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{ "mcp": { "yaga": {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    "type": "remote",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    "url": "http://localhost:9090/mcp" } }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37760"/>
            <a:ext cx="10820095" cy="725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Every mutating tool goes through commitOrError: Parse + ValidateAll first, so an invalid edit is rejected and never touches the in-memory config — the same contract the web editor uses.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A successful edit propagates to every connected browser tab instantly, and save writes a .bak before the real 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10 · CUSTOM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Actions — buttons that do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Custom buttons on a resource, per record or in bulk, running your logic at request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5623560" cy="3978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Route: POST /&lt;panel&gt;/&lt;resource&gt;/{id}/action/&lt;name&gt; — an unknown name is a 404.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A body is exactly one of: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–  </a:t>
            </a:r>
            <a:r>
              <a:rPr sz="1200" b="0">
                <a:solidFill>
                  <a:srgbClr val="5B6B82"/>
                </a:solidFill>
                <a:latin typeface="Arial"/>
              </a:rPr>
              <a:t>query: inline raw SQL, the record id bound as $1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–  </a:t>
            </a:r>
            <a:r>
              <a:rPr sz="1200" b="0">
                <a:solidFill>
                  <a:srgbClr val="5B6B82"/>
                </a:solidFill>
                <a:latin typeface="Arial"/>
              </a:rPr>
              <a:t>proc: a stored procedure — CALL on Postgres, EXEC on MSSQL, a named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    </a:t>
            </a:r>
            <a:r>
              <a:rPr sz="1200" b="0">
                <a:solidFill>
                  <a:srgbClr val="5B6B82"/>
                </a:solidFill>
                <a:latin typeface="Arial"/>
              </a:rPr>
              <a:t>procedures: SQL batch on SQLite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–  </a:t>
            </a:r>
            <a:r>
              <a:rPr sz="1200" b="0">
                <a:solidFill>
                  <a:srgbClr val="5B6B82"/>
                </a:solidFill>
                <a:latin typeface="Arial"/>
              </a:rPr>
              <a:t>script: an embedded Lua body (next slide)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Presentation: label, icon, color, requires_confirmation.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policy: adds per-button RBAC on the action and bulk routes.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bulk: true renders row checkboxes and a toolbar; the loop runs inside ONE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Arial"/>
              </a:rPr>
              <a:t>–  </a:t>
            </a:r>
            <a:r>
              <a:rPr sz="1200" b="0">
                <a:solidFill>
                  <a:srgbClr val="5B6B82"/>
                </a:solidFill>
                <a:latin typeface="Arial"/>
              </a:rPr>
              <a:t>transaction, so a mid-batch failure rolls the whole thing back.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Arial"/>
              </a:rPr>
              <a:t>▪  </a:t>
            </a:r>
            <a:r>
              <a:rPr sz="1300" b="0">
                <a:solidFill>
                  <a:srgbClr val="334155"/>
                </a:solidFill>
                <a:latin typeface="Arial"/>
              </a:rPr>
              <a:t>With audit enabled, the action and its audit INSERT share that transaction.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10512"/>
            <a:ext cx="4937760" cy="2457196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actions</a:t>
            </a:r>
            <a:r>
              <a:rPr sz="1000" b="0">
                <a:solidFill>
                  <a:srgbClr val="E2E8F0"/>
                </a:solidFill>
                <a:latin typeface="Consolas"/>
              </a:rPr>
              <a:t>:</a:t>
            </a: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- name: mark_done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label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"Mark done"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icon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check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color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success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policy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admin|manager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requires_confirmation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true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query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"UPDATE orders SET status='done' WHERE id=$1"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- name: archive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label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Archive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bulk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true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proc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sp_archive_customer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352544"/>
            <a:ext cx="4937760" cy="1466596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procedures</a:t>
            </a:r>
            <a:r>
              <a:rPr sz="1000" b="0">
                <a:solidFill>
                  <a:srgbClr val="E2E8F0"/>
                </a:solidFill>
                <a:latin typeface="Consolas"/>
              </a:rPr>
              <a:t>:          </a:t>
            </a:r>
            <a:r>
              <a:rPr sz="1000" b="0">
                <a:solidFill>
                  <a:srgbClr val="E2E8F0"/>
                </a:solidFill>
                <a:latin typeface="Consolas"/>
              </a:rPr>
              <a:t># SQLite “stored procedure”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- name: sp_archive_customer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sql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|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UPDATE customers SET status='inactive'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WHERE id = $1;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INSERT INTO customer_log (customer_id, msg)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VALUES ($1, 'archived');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11 · CUSTOM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Hooks — before and after every mutation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Attach code to the lifecycle of create, update, delete and 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5669280" cy="4186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Attachment points: form.create, form.update, form.delete and every action —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each with before and after.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Exactly one body per hook, of four kinds: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fn: the generator emits a compile-ready func Name(s *hooks.Scope)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    </a:t>
            </a:r>
            <a:r>
              <a:rPr sz="1150" b="0">
                <a:solidFill>
                  <a:srgbClr val="5B6B82"/>
                </a:solidFill>
                <a:latin typeface="Arial"/>
              </a:rPr>
              <a:t>stub; you fill in the Go body — full power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sql: an inline statement run with the record id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proc: a stored procedure call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script: an embedded Lua body (next slide)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Scope: ID, Table, Action, User, Role and Values. On create and update the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Values map is passed in and written back, so a before-hook can fill in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    </a:t>
            </a:r>
            <a:r>
              <a:rPr sz="1150" b="0">
                <a:solidFill>
                  <a:srgbClr val="5B6B82"/>
                </a:solidFill>
                <a:latin typeface="Arial"/>
              </a:rPr>
              <a:t>defaults for fields the user left empty.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before-create sees ID = 0; after-create gets the real id from a driver-aware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RETURNING / OUTPUT INSERTED capture. A hook error aborts with HTTP 500.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810512"/>
            <a:ext cx="4892040" cy="2952496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form</a:t>
            </a:r>
            <a:r>
              <a:rPr sz="1000" b="0">
                <a:solidFill>
                  <a:srgbClr val="E2E8F0"/>
                </a:solidFill>
                <a:latin typeface="Consolas"/>
              </a:rPr>
              <a:t>:</a:t>
            </a: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create</a:t>
            </a:r>
            <a:r>
              <a:rPr sz="1000" b="0">
                <a:solidFill>
                  <a:srgbClr val="E2E8F0"/>
                </a:solidFill>
                <a:latin typeface="Consolas"/>
              </a:rPr>
              <a:t>:</a:t>
            </a: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fields</a:t>
            </a:r>
            <a:r>
              <a:rPr sz="1000" b="0">
                <a:solidFill>
                  <a:srgbClr val="E2E8F0"/>
                </a:solidFill>
                <a:latin typeface="Consolas"/>
              </a:rPr>
              <a:t>:</a:t>
            </a: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- {name: status, type: select,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     options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{draft: Draft, sent: Sent}}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hooks</a:t>
            </a:r>
            <a:r>
              <a:rPr sz="1000" b="0">
                <a:solidFill>
                  <a:srgbClr val="E2E8F0"/>
                </a:solidFill>
                <a:latin typeface="Consolas"/>
              </a:rPr>
              <a:t>:</a:t>
            </a: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  before</a:t>
            </a:r>
            <a:r>
              <a:rPr sz="1000" b="0">
                <a:solidFill>
                  <a:srgbClr val="E2E8F0"/>
                </a:solidFill>
                <a:latin typeface="Consolas"/>
              </a:rPr>
              <a:t>:</a:t>
            </a: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- name: default_status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      script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|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    if ctx.values["status"] == nil then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      ctx.values["status"] = "draft"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    end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  after</a:t>
            </a:r>
            <a:r>
              <a:rPr sz="1000" b="0">
                <a:solidFill>
                  <a:srgbClr val="E2E8F0"/>
                </a:solidFill>
                <a:latin typeface="Consolas"/>
              </a:rPr>
              <a:t>:</a:t>
            </a: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- name: notify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      sql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"INSERT INTO notifications (target, msg)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         VALUES ($1, 'user created')"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12 · LUA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script: — Lua at request time, sandboxed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YAGA embeds gopher-lua and runs your body as run(ctx) under a fixed 5 s timeout.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5760720" cy="4107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Where: inside the generated dashboard, once per invocation. Exceeding the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deadline aborts the script and the request fails with HTTP 500.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Sandbox: SkipOpenLibs plus base / table / string / math only — no io, no os,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no debug, no coroutine; require resolves preloaded stdlib modules only.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Host API: db.exec, db.query, db.query_one, abort(msg) → 400 plus a visible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flash, and log(msg). </a:t>
            </a:r>
            <a:r>
              <a:rPr sz="1150" b="0">
                <a:solidFill>
                  <a:srgbClr val="7C3AED"/>
                </a:solidFill>
                <a:latin typeface="Consolas"/>
              </a:rPr>
              <a:t>?</a:t>
            </a:r>
            <a:r>
              <a:rPr sz="1150" b="0">
                <a:solidFill>
                  <a:srgbClr val="5B6B82"/>
                </a:solidFill>
                <a:latin typeface="Arial"/>
              </a:rPr>
              <a:t> placeholders bind positionally on SQLite and are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    </a:t>
            </a:r>
            <a:r>
              <a:rPr sz="1150" b="0">
                <a:solidFill>
                  <a:srgbClr val="5B6B82"/>
                </a:solidFill>
                <a:latin typeface="Arial"/>
              </a:rPr>
              <a:t>auto-renumbered to $N on PostgreSQL and MSSQL.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Mutually exclusive: a hook uses one of fn / sql / proc / script, an action one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of query / proc / script — enforced by the parser.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Bulk script actions loop per selected id; a script action can force the audit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write into the same transaction.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810512"/>
            <a:ext cx="4873752" cy="2457196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actions</a:t>
            </a:r>
            <a:r>
              <a:rPr sz="1000" b="0">
                <a:solidFill>
                  <a:srgbClr val="E2E8F0"/>
                </a:solidFill>
                <a:latin typeface="Consolas"/>
              </a:rPr>
              <a:t>:</a:t>
            </a: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- name: flag_audit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label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Flag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DD3FC"/>
                </a:solidFill>
                <a:latin typeface="Consolas"/>
              </a:rPr>
              <a:t>    script</a:t>
            </a:r>
            <a:r>
              <a:rPr sz="1000" b="0">
                <a:solidFill>
                  <a:srgbClr val="E2E8F0"/>
                </a:solidFill>
                <a:latin typeface="Consolas"/>
              </a:rPr>
              <a:t>: </a:t>
            </a:r>
            <a:r>
              <a:rPr sz="1000" b="0">
                <a:solidFill>
                  <a:srgbClr val="E2E8F0"/>
                </a:solidFill>
                <a:latin typeface="Consolas"/>
              </a:rPr>
              <a:t>|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if ctx.role ~= "admin" then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abort("Only admins can flag")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end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local row = db.query_one(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"SELECT * FROM items WHERE id = ?", ctx.id)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if row then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db.exec("UPDATE items SET flag=1 WHERE id=?",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          ctx.id)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233672"/>
            <a:ext cx="4873752" cy="1301496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ctx.id      row id (0 in a before-create hook)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ctx.table   the resource table name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ctx.action  create | update | delete | &lt;name&gt;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ctx.user    authenticated user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ctx.role    the user's role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ctx.values  form values, read/write (create+update)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38404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13 ·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1E1B4B"/>
                </a:solidFill>
                <a:latin typeface="Arial"/>
              </a:rPr>
              <a:t>make — compiling the generated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B82"/>
                </a:solidFill>
                <a:latin typeface="Arial"/>
              </a:rPr>
              <a:t>The generator writes a Makefile and a build.ps1; you never hand-assemble a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YAGA  ·  YAML Advanced Generator for Admin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B82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10512"/>
            <a:ext cx="5760720" cy="256451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28016" tIns="137160" bIns="109728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cd admin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make            # build: tidy → templ generate → go build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8A99AE"/>
                </a:solidFill>
                <a:latin typeface="Consolas"/>
              </a:rPr>
              <a:t># individual targets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make templ      # go tool templ generate (.templ → *_templ.go)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make tidy       # go mod tidy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make run        # build, then ./admin --port 8080 --log full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make package    # release tar.gz: binary + static + .ENV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make clean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8A99AE"/>
                </a:solidFill>
                <a:latin typeface="Consolas"/>
              </a:rPr>
              <a:t># Windows: no make, no gcc, no CGO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powershell -ExecutionPolicy Bypass -File .\build.ps1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10512"/>
            <a:ext cx="4846320" cy="3948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go.mod declares tool github.com/a-h/templ/cmd/templ, so templ resolves through the Go toolchain — nothing to install by hand.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Assets are vendored at generation time: a pre-built Tailwind stylesheet and Chart.js 4.4.1 land in static/ — no npm step, no CDN.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The DSN is a runtime concern: .ENV (0600) beside the binary, overridable with the DATABASE_URL environment variable.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SQLite is pure Go, so static cross-compiles work: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CGO_ENABLED=0 GOOS=windows GOARCH=amd64 go build -o admin.exe 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Arial"/>
              </a:rPr>
              <a:t>▪  </a:t>
            </a:r>
            <a:r>
              <a:rPr sz="1250" b="0">
                <a:solidFill>
                  <a:srgbClr val="334155"/>
                </a:solidFill>
                <a:latin typeface="Arial"/>
              </a:rPr>
              <a:t>Runtime flags: --port/-p, --log/-l (full | err), -h. The database is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–  </a:t>
            </a:r>
            <a:r>
              <a:rPr sz="1150" b="0">
                <a:solidFill>
                  <a:srgbClr val="5B6B82"/>
                </a:solidFill>
                <a:latin typeface="Arial"/>
              </a:rPr>
              <a:t>sanity-checked before the port is bound, so a missing DB is a clear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B6B82"/>
                </a:solidFill>
                <a:latin typeface="Arial"/>
              </a:rPr>
              <a:t>    </a:t>
            </a:r>
            <a:r>
              <a:rPr sz="1150" b="0">
                <a:solidFill>
                  <a:srgbClr val="5B6B82"/>
                </a:solidFill>
                <a:latin typeface="Arial"/>
              </a:rPr>
              <a:t>startup error rather than a half-running server holding the 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62272"/>
            <a:ext cx="5760720" cy="1645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462272"/>
            <a:ext cx="45720" cy="1645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4599432"/>
            <a:ext cx="534924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Security defaults in the generated app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334155"/>
                </a:solidFill>
                <a:latin typeface="Arial"/>
              </a:rPr>
              <a:t>CSRF token on every POST (session-stored, hidden field or header)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334155"/>
                </a:solidFill>
                <a:latin typeface="Arial"/>
              </a:rPr>
              <a:t>Session rotation on login; SESSION_SECRET ≥ 32 chars in production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334155"/>
                </a:solidFill>
                <a:latin typeface="Arial"/>
              </a:rPr>
              <a:t>Login rate limiting, POST-only logout, cookie flags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334155"/>
                </a:solidFill>
                <a:latin typeface="Arial"/>
              </a:rPr>
              <a:t>Upload extension + content-type allow-list, attachment-only downloads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334155"/>
                </a:solidFill>
                <a:latin typeface="Arial"/>
              </a:rPr>
              <a:t>CSV formula-injection escaping; CSP, X-Frame-Options, nosniff headers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334155"/>
                </a:solidFill>
                <a:latin typeface="Arial"/>
              </a:rPr>
              <a:t>Errors logged server-side, generic text returned to the browser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31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417320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783080"/>
            <a:ext cx="45720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78308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The database is the base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rial"/>
              </a:rPr>
              <a:t>Introspect a real schema and keep the captured schema: block as the only schema source — generation is offline, deterministic and repeatable.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743200"/>
            <a:ext cx="45720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One YAML, many surfaces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rial"/>
              </a:rPr>
              <a:t>CLI, TUI, web editor and MCP all read and write the same in-memory config, so the agent, the browser tabs and the CLI never disagree.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703320"/>
            <a:ext cx="45720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Behaviour without boilerplate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rial"/>
              </a:rPr>
              <a:t>Actions and hooks in SQL, stored procedures, Go or sandboxed Lua cover the logic that CRUD builders cannot express.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663440"/>
            <a:ext cx="45720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6634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Ships as ordinary Go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rial"/>
              </a:rPr>
              <a:t>make produces a binary you can read, extend, cross-compile and deploy — with no npm, no sqlc and no network at runtime.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5742432"/>
            <a:ext cx="10058400" cy="10972"/>
          </a:xfrm>
          <a:prstGeom prst="rect">
            <a:avLst/>
          </a:prstGeom>
          <a:solidFill>
            <a:srgbClr val="33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92531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Next:   </a:t>
            </a:r>
            <a:r>
              <a:rPr sz="1300" b="1">
                <a:solidFill>
                  <a:srgbClr val="7DD3FC"/>
                </a:solidFill>
                <a:latin typeface="Consolas"/>
              </a:rPr>
              <a:t>yaga init --db &lt;dsn&gt;</a:t>
            </a:r>
            <a:r>
              <a:rPr sz="1300" b="0">
                <a:solidFill>
                  <a:srgbClr val="5B6B82"/>
                </a:solidFill>
                <a:latin typeface="Arial"/>
              </a:rPr>
              <a:t>   →   </a:t>
            </a:r>
            <a:r>
              <a:rPr sz="1300" b="1">
                <a:solidFill>
                  <a:srgbClr val="7DD3FC"/>
                </a:solidFill>
                <a:latin typeface="Consolas"/>
              </a:rPr>
              <a:t>yaga wedit</a:t>
            </a:r>
            <a:r>
              <a:rPr sz="1300" b="0">
                <a:solidFill>
                  <a:srgbClr val="5B6B82"/>
                </a:solidFill>
                <a:latin typeface="Arial"/>
              </a:rPr>
              <a:t>   →   </a:t>
            </a:r>
            <a:r>
              <a:rPr sz="1300" b="1">
                <a:solidFill>
                  <a:srgbClr val="7DD3FC"/>
                </a:solidFill>
                <a:latin typeface="Consolas"/>
              </a:rPr>
              <a:t>yaga generate</a:t>
            </a:r>
            <a:r>
              <a:rPr sz="1300" b="0">
                <a:solidFill>
                  <a:srgbClr val="5B6B82"/>
                </a:solidFill>
                <a:latin typeface="Arial"/>
              </a:rPr>
              <a:t>   →   </a:t>
            </a:r>
            <a:r>
              <a:rPr sz="1300" b="1">
                <a:solidFill>
                  <a:srgbClr val="7DD3FC"/>
                </a:solidFill>
                <a:latin typeface="Consolas"/>
              </a:rPr>
              <a:t>make</a:t>
            </a:r>
            <a:r>
              <a:rPr sz="1300" b="0">
                <a:solidFill>
                  <a:srgbClr val="64748B"/>
                </a:solidFill>
                <a:latin typeface="Arial"/>
              </a:rPr>
              <a:t>        docs/USER_GUIDE.md · docs/Lua-for-Yaga-guide.md · SPEC.md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